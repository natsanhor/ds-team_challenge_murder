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EE07E-966B-5F21-99B8-DBA4B0893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1D7B8-CDBC-D76A-763F-0C71A6C1A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9E544-1AEC-535D-1143-3CDCCEDD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C01DF3-59CE-400D-ACAD-F5854090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E5AD78-6187-4E20-F8BC-50832C5B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7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FDA50-0A86-EC5C-B48F-1E095900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B98F2A-60A4-CAEF-D190-DC2BF45A1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033764-003F-E629-5E6B-4D2C05BA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82691-3FF2-6A24-17BF-77C70FDF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7EBC44-B4C1-9730-5772-EC72BCE8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054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C2C1B-B270-FE9D-3161-4E5FBBFE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D764B3-A206-1C4F-3862-E6A7B9253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013E0D-D79A-3520-6C7F-28A0FA0D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D532CC-1340-1610-7D2E-8618F68D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3A5816-EA4A-60BB-9D6B-F9A46E62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5224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5B609-D4B5-BDE4-184F-52AADA9F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23D8A5-2F76-EEE2-0590-3156B19BF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25A081-817A-0EE8-DA4D-744E9C821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90C134-99DA-7564-2850-31F29385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898CD-B57B-C56B-F737-F2D0B042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4DAA80-2C84-0371-8718-4D9E73A3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936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4E03A-D27F-E6BA-CC1C-46EB6F92D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B89FFE-6FF6-61A7-4CE7-A904A85AB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8F29C8-4C43-9A3D-087C-6C673AED6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9899CD-81BB-3E9E-FEEC-EF52A0B7A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1C71DE-E8B9-1ADD-BD1A-C3A190694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1E65D19-DBA8-C5F9-22F7-894DBE5F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BFF545-3331-C892-C2D3-145D8D4F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58CF3D-6628-D7A3-48D8-A6C9DDC8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7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1B422-1603-BA9E-C8DE-95DB4D2F3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A11E8E-2C43-81DF-F697-9D1490366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509109-1B03-57E3-EC8F-C1173701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3FDB0A-2C8E-3535-7417-7B104628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428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7042A1-1362-5CD4-A895-920ECF6B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DBF196-E2DA-079D-2D6A-88D84624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488729-6C85-8061-8291-A1FA7FEC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254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D62CB-5177-0BEE-B55B-AA8798AA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54931B-0EFF-398D-C634-7373B4D2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1D154D-51DB-819E-3209-47D94F196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EAFE58-64C0-CA1A-A349-A218D58E5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CC165F-C91C-CF68-E935-7BE88E74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A6A4F0-6598-E367-2CDB-5715CEC7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029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F8BCD-998D-E30C-4221-D6DC3F6A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D19BBF-A37B-7302-3E52-E274C3ABA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81F175-F7F0-9385-E311-40F650257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C752F5-545D-8170-26D2-91373660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B5965F-26E4-9747-75BE-1019378A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05B83F-5EA2-FA16-0233-7FC89D82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584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3686A-0CA8-1059-B48F-34F630B1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099964-7613-E61B-236C-1C35F3E28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5332F6-7593-BF72-49B5-6B8AA9E3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E76FAE-8D18-1863-BCA1-CB8E3B513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F468E5-B65F-0AC3-9CEA-927D93FF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11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63ED61-5FFB-35CA-167B-1BC257F68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55F8E9-CCD5-539C-8A19-59285AC8B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C124F-9249-7396-2C6C-2C9760E2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FBFB6A-6EA6-F815-DB08-E044AB77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B5DC08-CC06-C919-19C4-2DE9CD3C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65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16ABC9-ECDD-86C8-1484-7C2819E6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60EFE1-9416-8981-94AF-CC1FB0A01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480952-2BE7-8F50-B753-8FB7F896D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F426A-F2C9-4412-A806-52A4C6736FEF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12B899-85F1-F902-AE27-48D364CED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B440-5326-3992-85BA-DC8C3C46B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ED5F5-D7BB-4E25-B726-1C1817A62F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54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D52DEA-0D81-9160-651D-01D58028A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B635CE9-19D9-D75E-F82C-59E91D6CD27C}"/>
              </a:ext>
            </a:extLst>
          </p:cNvPr>
          <p:cNvSpPr txBox="1"/>
          <p:nvPr/>
        </p:nvSpPr>
        <p:spPr>
          <a:xfrm>
            <a:off x="3886200" y="4882896"/>
            <a:ext cx="3630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César Sánchez Parra</a:t>
            </a:r>
          </a:p>
          <a:p>
            <a:r>
              <a:rPr lang="es-ES" dirty="0"/>
              <a:t>Nick</a:t>
            </a:r>
          </a:p>
          <a:p>
            <a:r>
              <a:rPr lang="es-ES" dirty="0"/>
              <a:t>Natalia</a:t>
            </a:r>
          </a:p>
          <a:p>
            <a:r>
              <a:rPr lang="es-ES" dirty="0"/>
              <a:t>Héctor Redondo</a:t>
            </a:r>
          </a:p>
        </p:txBody>
      </p:sp>
    </p:spTree>
    <p:extLst>
      <p:ext uri="{BB962C8B-B14F-4D97-AF65-F5344CB8AC3E}">
        <p14:creationId xmlns:p14="http://schemas.microsoft.com/office/powerpoint/2010/main" val="49360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82476-3ABC-DC58-5B1B-00CCC5AA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1" u="sng" dirty="0"/>
              <a:t>Base de datos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41DB8F-FDF8-DE53-4201-4244768D9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5544" y="1237225"/>
            <a:ext cx="6196583" cy="47984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824599A-8CA8-3080-2404-B96A752FD0D0}"/>
              </a:ext>
            </a:extLst>
          </p:cNvPr>
          <p:cNvSpPr/>
          <p:nvPr/>
        </p:nvSpPr>
        <p:spPr>
          <a:xfrm>
            <a:off x="499873" y="1697641"/>
            <a:ext cx="4437888" cy="4795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>
                <a:solidFill>
                  <a:schemeClr val="tx1"/>
                </a:solidFill>
              </a:rPr>
              <a:t>Requerimientos de la base de datos:</a:t>
            </a:r>
          </a:p>
          <a:p>
            <a:endParaRPr lang="es-ES" sz="1600" dirty="0"/>
          </a:p>
          <a:p>
            <a:r>
              <a:rPr lang="es-ES" sz="1600" b="1" dirty="0">
                <a:solidFill>
                  <a:schemeClr val="tx1"/>
                </a:solidFill>
              </a:rPr>
              <a:t>De cada proveedor conocemos:</a:t>
            </a:r>
            <a:endParaRPr lang="es-ES" sz="1600" dirty="0">
              <a:solidFill>
                <a:schemeClr val="tx1"/>
              </a:solidFill>
            </a:endParaRPr>
          </a:p>
          <a:p>
            <a:r>
              <a:rPr lang="es-ES" sz="1600" dirty="0">
                <a:solidFill>
                  <a:schemeClr val="tx1"/>
                </a:solidFill>
              </a:rPr>
              <a:t>- Código de proveedor (único).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Nombre.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Dirección.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Ciudad.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Provincia.</a:t>
            </a:r>
          </a:p>
          <a:p>
            <a:r>
              <a:rPr lang="es-ES" sz="1600" b="1" dirty="0">
                <a:solidFill>
                  <a:schemeClr val="tx1"/>
                </a:solidFill>
              </a:rPr>
              <a:t>De cada pieza conocemos:</a:t>
            </a:r>
            <a:endParaRPr lang="es-ES" sz="1600" dirty="0">
              <a:solidFill>
                <a:schemeClr val="tx1"/>
              </a:solidFill>
            </a:endParaRPr>
          </a:p>
          <a:p>
            <a:r>
              <a:rPr lang="es-ES" sz="1600" dirty="0">
                <a:solidFill>
                  <a:schemeClr val="tx1"/>
                </a:solidFill>
              </a:rPr>
              <a:t>- Código de pieza (único).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Nombre.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Color.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Precio.</a:t>
            </a:r>
          </a:p>
          <a:p>
            <a:r>
              <a:rPr lang="es-ES" sz="1600" dirty="0">
                <a:solidFill>
                  <a:schemeClr val="tx1"/>
                </a:solidFill>
              </a:rPr>
              <a:t>- Categoría (una pieza solo puede pertenecer a una categoría).</a:t>
            </a:r>
          </a:p>
          <a:p>
            <a:r>
              <a:rPr lang="es-ES" sz="1600" b="1" dirty="0">
                <a:solidFill>
                  <a:schemeClr val="tx1"/>
                </a:solidFill>
              </a:rPr>
              <a:t>De cada categoría conocemos:</a:t>
            </a:r>
            <a:endParaRPr lang="es-ES" sz="1600" dirty="0">
              <a:solidFill>
                <a:schemeClr val="tx1"/>
              </a:solidFill>
            </a:endParaRPr>
          </a:p>
          <a:p>
            <a:r>
              <a:rPr lang="es-ES" sz="1600" dirty="0">
                <a:solidFill>
                  <a:schemeClr val="tx1"/>
                </a:solidFill>
              </a:rPr>
              <a:t>- Código de categoría (único).</a:t>
            </a:r>
          </a:p>
          <a:p>
            <a:r>
              <a:rPr lang="es-ES" dirty="0">
                <a:solidFill>
                  <a:schemeClr val="tx1"/>
                </a:solidFill>
              </a:rPr>
              <a:t>- Nombre.</a:t>
            </a:r>
          </a:p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DD0231-5836-FD94-5356-7EFB34C6AAC5}"/>
              </a:ext>
            </a:extLst>
          </p:cNvPr>
          <p:cNvSpPr/>
          <p:nvPr/>
        </p:nvSpPr>
        <p:spPr>
          <a:xfrm>
            <a:off x="6803136" y="429768"/>
            <a:ext cx="3867912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Diagrama Entidad-Relación</a:t>
            </a:r>
          </a:p>
        </p:txBody>
      </p:sp>
    </p:spTree>
    <p:extLst>
      <p:ext uri="{BB962C8B-B14F-4D97-AF65-F5344CB8AC3E}">
        <p14:creationId xmlns:p14="http://schemas.microsoft.com/office/powerpoint/2010/main" val="217958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9FF3F-C270-5874-877F-25A10608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Relleno de base de datos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0C0E0BA-7CDC-635D-9761-AA575CCB5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961713"/>
              </p:ext>
            </p:extLst>
          </p:nvPr>
        </p:nvGraphicFramePr>
        <p:xfrm>
          <a:off x="914400" y="213284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750131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058187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390204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802324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6102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proveedor_id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direccion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provincia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42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Proveedor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Calle Bartolo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Madrid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Madrid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363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Proveedor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Av. Segismundo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Barcelona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Cataluña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176470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065195E-1186-32FF-CAEF-8B11A1C54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913089"/>
              </p:ext>
            </p:extLst>
          </p:nvPr>
        </p:nvGraphicFramePr>
        <p:xfrm>
          <a:off x="914400" y="4439920"/>
          <a:ext cx="8128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7210499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2776035"/>
                    </a:ext>
                  </a:extLst>
                </a:gridCol>
              </a:tblGrid>
              <a:tr h="168994">
                <a:tc>
                  <a:txBody>
                    <a:bodyPr/>
                    <a:lstStyle/>
                    <a:p>
                      <a:r>
                        <a:rPr lang="es-ES" dirty="0" err="1"/>
                        <a:t>categoria_id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nombre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388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Electrónica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53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Mecánica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505422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C30C128-5870-4DDB-0483-82951DB26BAC}"/>
              </a:ext>
            </a:extLst>
          </p:cNvPr>
          <p:cNvSpPr txBox="1"/>
          <p:nvPr/>
        </p:nvSpPr>
        <p:spPr>
          <a:xfrm>
            <a:off x="838200" y="1609344"/>
            <a:ext cx="3944112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Tabla Proveedor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9A4BDE-D00D-12EC-DFB9-29081DA3123F}"/>
              </a:ext>
            </a:extLst>
          </p:cNvPr>
          <p:cNvSpPr txBox="1"/>
          <p:nvPr/>
        </p:nvSpPr>
        <p:spPr>
          <a:xfrm>
            <a:off x="914400" y="3520440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Tabla </a:t>
            </a:r>
            <a:r>
              <a:rPr lang="es-ES" dirty="0" err="1"/>
              <a:t>Categoria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907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0AB13-73D3-7B68-7223-E9B4DDFD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Relleno de base de datos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297998B-44E2-5C7F-7570-CB61ABE316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3220058"/>
              </p:ext>
            </p:extLst>
          </p:nvPr>
        </p:nvGraphicFramePr>
        <p:xfrm>
          <a:off x="838200" y="258744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1467330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29898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719415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716133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32438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pieza_id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categoria_id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3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Resistor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Rojo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38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Tornillo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Plateado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51227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71C3E08-AE97-177D-32AF-7861532EB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59157"/>
              </p:ext>
            </p:extLst>
          </p:nvPr>
        </p:nvGraphicFramePr>
        <p:xfrm>
          <a:off x="838200" y="459672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13514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7840455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472918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972334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10968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suministro_id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proveedor_id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pieza_id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cantidad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fecha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68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2025-11-01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21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2025-11-15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8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2025-11-20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42658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66725D5-286F-B180-DC1D-FD336FBB025E}"/>
              </a:ext>
            </a:extLst>
          </p:cNvPr>
          <p:cNvSpPr txBox="1"/>
          <p:nvPr/>
        </p:nvSpPr>
        <p:spPr>
          <a:xfrm>
            <a:off x="838200" y="2084832"/>
            <a:ext cx="263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Tabla Pieza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B25D2F-D6B9-116B-2DC8-B6EEAAE783E7}"/>
              </a:ext>
            </a:extLst>
          </p:cNvPr>
          <p:cNvSpPr txBox="1"/>
          <p:nvPr/>
        </p:nvSpPr>
        <p:spPr>
          <a:xfrm>
            <a:off x="838200" y="4069080"/>
            <a:ext cx="277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Tabla suministro</a:t>
            </a:r>
          </a:p>
        </p:txBody>
      </p:sp>
    </p:spTree>
    <p:extLst>
      <p:ext uri="{BB962C8B-B14F-4D97-AF65-F5344CB8AC3E}">
        <p14:creationId xmlns:p14="http://schemas.microsoft.com/office/powerpoint/2010/main" val="25234169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185</Words>
  <Application>Microsoft Office PowerPoint</Application>
  <PresentationFormat>Panorámica</PresentationFormat>
  <Paragraphs>85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Base de datos</vt:lpstr>
      <vt:lpstr>Relleno de base de datos </vt:lpstr>
      <vt:lpstr>Relleno de base de datos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Sanchez</dc:creator>
  <cp:lastModifiedBy>Cesar Sanchez</cp:lastModifiedBy>
  <cp:revision>3</cp:revision>
  <dcterms:created xsi:type="dcterms:W3CDTF">2025-12-02T19:28:26Z</dcterms:created>
  <dcterms:modified xsi:type="dcterms:W3CDTF">2025-12-02T19:54:54Z</dcterms:modified>
</cp:coreProperties>
</file>