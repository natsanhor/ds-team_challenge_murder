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B3EBC-C938-9DDD-A3AF-86137A71B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71E09D-FD86-998D-9BE6-ADB001459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1682A3-8D1C-FFBC-6B83-8E240540C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2385A4-5A6F-C1B0-25C8-8CBA4DAC9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C1A1-C94B-98E7-2FF2-EB7E52C0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027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C48F2-52DE-7706-909D-17FC2C19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F9724C-5904-AEBD-A7D0-345A4EFDF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F42605-4E4A-B02E-610F-C1ED8C92E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2C60B3-23B5-B20D-1FF7-A2748AE5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4DFCE-BFE7-EBE1-6603-E7ECDC92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0867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B011D-571A-C89C-9B1C-EB65E2F5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B31B11-94C3-086C-CB98-3B0E3B7CF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443B83-E242-369B-5356-6EBFBD74B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7CCDA-8DE7-6299-01F3-FD6332CA2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1CCD92-7559-BA1A-7693-CA8B021CE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3020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739DB-FFBE-4540-07F3-495832618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0CF1E9-BC43-616F-766B-0BFA2EE61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44D0ED-1716-F475-724C-6E7021042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8D3112-E1B4-2810-212A-D1E9628F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122036-5AC9-2A0D-8652-4BF4642F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6E57CA-37DF-58A6-C3A8-8A0731B41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685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3D019-F146-8407-E23D-2B69E7C4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A2FB28-1FC1-DDB1-5CD4-D76329703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9F0680-22F3-3C62-ADCC-E7157E214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EB3EF4-F63A-E8E7-D7C7-7730E288B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9F53F2-9D4C-DE13-AB04-CF561C092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2CA002-AD70-8C56-62E7-E62C122F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57BAA13-8A99-C590-6196-704F762C0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B9FC4A4-D21C-4EE5-7C38-9B8FC885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0313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83752-8667-2188-4F19-D0D7F70A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3B31C3-9416-444D-88C2-B411C726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C504410-BFBF-B1BC-1947-A9D55BA5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0B440E-CF2C-FD56-ECC9-CC51CAE45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3243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EA03519-7B4D-7B7A-6465-B3991B3E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5A93ADC-77FE-B7AF-9BC8-35939E86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D20545-521B-B6E3-07EA-AC9D34E4C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294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BF8CD-10FC-E048-77E7-126BAABD2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5146FE-F5E2-D9E0-6671-032D128D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F4BEC5-2ABF-C905-2B32-2E27EFA09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B1DE2C-200C-6256-3E7B-AACF4830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3C8F6A-2E88-E789-4C66-F53257C3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7EB1977-D7F7-28CD-0B0C-7B56DD0F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56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96FA6-A7A8-F48D-E3DD-FA31B671B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310FFB7-41C1-5EE7-3DAB-CF3AAF32E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84F13A-CB6D-6201-34E8-68CA27936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DF1CB8-B5F0-DBF4-FF4A-4E8F9DF0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BB2F28-28CE-F031-5511-7D5DF5A9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E9CF9D-B970-7AB6-E56E-521D850EB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383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EFD8A9-5811-4900-B311-5FB50DF9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043620-5010-2EA9-03FD-0D42A8943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9510E2-A6DB-8920-3DEF-4915850F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23561F-5C35-5A10-FDA9-C03C497C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87738D-A231-C6BF-3765-8365FBB33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068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17D8E4-3F2D-F39E-8AA0-E74B2F987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9E86413-463F-20C8-A5D2-3534C7A3A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E95116-14E2-6B68-38BA-D0F87844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97C69-2048-51B6-2B50-7799CF21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02C953-B74D-AFCC-BBEA-E4F797C7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427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1204583-5D10-F1EB-29F3-4210A02A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DC9A70-4325-C3E6-7DD1-7C2CFD556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67B860-571D-B5A2-1D7D-AE9E9FF7B0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2828D-5020-4C3D-9C79-653873F05196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C37CD0-553B-88B8-000B-245E195722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97340A-7618-FD08-3950-ECF64502E9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0612F-30BC-48D3-92D6-E93AA48A392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659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048F75D-FACE-3E0D-8C9C-F90D7DDEE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6561"/>
            <a:ext cx="12509369" cy="69711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312B15E-E52C-D22B-5285-C126DC54C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87225" y="1867081"/>
            <a:ext cx="9144000" cy="2387600"/>
          </a:xfrm>
        </p:spPr>
        <p:txBody>
          <a:bodyPr/>
          <a:lstStyle/>
          <a:p>
            <a:r>
              <a:rPr lang="es-ES" dirty="0"/>
              <a:t>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3D6B44-CAD6-0BF2-09B4-8CC07D0EE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2136" y="254455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s-ES" dirty="0">
                <a:solidFill>
                  <a:schemeClr val="bg1"/>
                </a:solidFill>
              </a:rPr>
              <a:t>Equipo 1:</a:t>
            </a:r>
          </a:p>
          <a:p>
            <a:r>
              <a:rPr lang="es-ES" dirty="0">
                <a:solidFill>
                  <a:schemeClr val="bg1"/>
                </a:solidFill>
              </a:rPr>
              <a:t>César Sánchez Parra</a:t>
            </a:r>
          </a:p>
          <a:p>
            <a:r>
              <a:rPr lang="es-ES" dirty="0">
                <a:solidFill>
                  <a:schemeClr val="bg1"/>
                </a:solidFill>
              </a:rPr>
              <a:t>Natalia</a:t>
            </a:r>
          </a:p>
          <a:p>
            <a:r>
              <a:rPr lang="es-ES" dirty="0">
                <a:solidFill>
                  <a:schemeClr val="bg1"/>
                </a:solidFill>
              </a:rPr>
              <a:t>Nick </a:t>
            </a:r>
          </a:p>
          <a:p>
            <a:r>
              <a:rPr lang="es-ES" dirty="0">
                <a:solidFill>
                  <a:schemeClr val="bg1"/>
                </a:solidFill>
              </a:rPr>
              <a:t>Héctor Redondo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4520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BBA30-1783-2129-1B4D-ECD10CE0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21582" cy="650875"/>
          </a:xfrm>
        </p:spPr>
        <p:txBody>
          <a:bodyPr>
            <a:normAutofit fontScale="90000"/>
          </a:bodyPr>
          <a:lstStyle/>
          <a:p>
            <a:r>
              <a:rPr lang="es-ES" dirty="0"/>
              <a:t>Base de datos del asesinato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7D0025C-6954-3EBB-8FAB-2C49564E6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16000"/>
            <a:ext cx="7393904" cy="3611418"/>
          </a:xfrm>
          <a:prstGeom prst="rect">
            <a:avLst/>
          </a:prstGeom>
        </p:spPr>
      </p:pic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6FB55B21-2DE4-2E51-A448-1CB30F776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0310" y="3540415"/>
            <a:ext cx="7192563" cy="325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8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7A5BC0-5666-8592-692B-3B9BD057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709" y="342012"/>
            <a:ext cx="10515600" cy="1325563"/>
          </a:xfrm>
        </p:spPr>
        <p:txBody>
          <a:bodyPr/>
          <a:lstStyle/>
          <a:p>
            <a:pPr algn="ctr"/>
            <a:r>
              <a:rPr lang="es-ES" b="1" i="1" u="sng" dirty="0" err="1"/>
              <a:t>Arrested</a:t>
            </a:r>
            <a:endParaRPr lang="es-ES" b="1" i="1" u="sng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112B6D-8096-F2C1-C70D-BB33CF884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620" y="3018320"/>
            <a:ext cx="2118544" cy="283488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743D68A-D893-CB23-F623-6152F510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744" y="3123214"/>
            <a:ext cx="2202045" cy="262509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14A57BA9-0E81-DC62-E841-F86EB64347C0}"/>
              </a:ext>
            </a:extLst>
          </p:cNvPr>
          <p:cNvSpPr/>
          <p:nvPr/>
        </p:nvSpPr>
        <p:spPr>
          <a:xfrm>
            <a:off x="2062620" y="2096655"/>
            <a:ext cx="2118544" cy="729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Autora intelectual del crimen 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CEE41CE-38E0-BAA9-737F-8BBDEDAC09EB}"/>
              </a:ext>
            </a:extLst>
          </p:cNvPr>
          <p:cNvSpPr/>
          <p:nvPr/>
        </p:nvSpPr>
        <p:spPr>
          <a:xfrm>
            <a:off x="6734494" y="2096655"/>
            <a:ext cx="2118544" cy="7296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Autor material del crimen</a:t>
            </a:r>
          </a:p>
        </p:txBody>
      </p:sp>
    </p:spTree>
    <p:extLst>
      <p:ext uri="{BB962C8B-B14F-4D97-AF65-F5344CB8AC3E}">
        <p14:creationId xmlns:p14="http://schemas.microsoft.com/office/powerpoint/2010/main" val="24008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Panorámica</PresentationFormat>
  <Paragraphs>10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d</vt:lpstr>
      <vt:lpstr>Base de datos del asesinato </vt:lpstr>
      <vt:lpstr>Arrested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Sanchez</dc:creator>
  <cp:lastModifiedBy>Cesar Sanchez</cp:lastModifiedBy>
  <cp:revision>1</cp:revision>
  <dcterms:created xsi:type="dcterms:W3CDTF">2025-12-02T19:11:38Z</dcterms:created>
  <dcterms:modified xsi:type="dcterms:W3CDTF">2025-12-02T19:12:01Z</dcterms:modified>
</cp:coreProperties>
</file>